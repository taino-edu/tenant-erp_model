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 Eduardo Taino (~40s): Apresentacao da equipe e do projeto SoftNerd CardGameStore.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 Rafael Henrique (~55s): 4 problemas do negocio vs 4 solucoes do sistema. Stack tecnologico.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 Rickson Ferreira (~65s): Decisao de Persistencia Poliglota. PostgreSQL para financeiro, MongoDB para perfil dinamico.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 Hugo Matos (~55s): Docker/Nginx/VPS/TDD e as 5 medidas de conformidade LGPD implementadas.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 Eduardo Taino (~65s): Arquitetura em camadas, autenticacao JWT, modulo de comandas com SignalR, campeonatos 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 Aldenor Lopes (~65s): Stack front, fluxo QR Code, 4 modulos /admin /mesa /cliente /lgpd. PWA instalavel.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 Reinaldo Barros (~75s): UX Mobile-First, VLibras para 9.7M usuarios com deficiencia auditiva, Gemini IA 24/7. Resultados finais e proximos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292608"/>
            <a:ext cx="2194560" cy="292608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" y="292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PIM · UNIP 2025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7315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SoftNerd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347472" y="167335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CardGameStore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47472" y="2606040"/>
            <a:ext cx="7315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27249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</a:rPr>
              <a:t>Sistema Integrado de Gestao para Loja de Card Games  |  Cloud-Native  ·  LGPD  ·  IA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7472" y="3218688"/>
            <a:ext cx="2651760" cy="65836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3218688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3218688"/>
            <a:ext cx="2487168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Eduardo Taino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Tech Lead / Back-end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RA: R841FI9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63824" y="3218688"/>
            <a:ext cx="2651760" cy="65836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3218688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218688"/>
            <a:ext cx="2487168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Rafael Henrique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Back-end Dev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RA: H70CJG2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0176" y="3218688"/>
            <a:ext cx="2651760" cy="65836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0176" y="3218688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108192" y="3218688"/>
            <a:ext cx="2487168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Aldenor Lopes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Front-end Lead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RA: R863824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959352"/>
            <a:ext cx="2651760" cy="65836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959352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959352"/>
            <a:ext cx="2487168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Reinaldo Barros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Front-end / UX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RA: F3604C7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63824" y="3959352"/>
            <a:ext cx="2651760" cy="65836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63824" y="3959352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959352"/>
            <a:ext cx="2487168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Rickson Ferreira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DevOps / Banco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RA: H520BA0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0176" y="3959352"/>
            <a:ext cx="2651760" cy="65836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0176" y="3959352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108192" y="3959352"/>
            <a:ext cx="2487168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Hugo Matos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QA / LGPD / Docs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RA: H232CA2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6085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Analise e Desenvolvimento de Sistemas  |  Universidade Paulista - UNIP  |  Sao Paulo,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PROBLEMA &amp; SOLUCAO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100584"/>
            <a:ext cx="201168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812280" y="1005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Rafael Henrique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O Problema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3840480" cy="585216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" y="1380744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261872"/>
            <a:ext cx="3364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Atendimento no balcao x gestao de mesas disputam a atencao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3840480" cy="585216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" y="2057400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1938528"/>
            <a:ext cx="3364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Controle de estoque manual - erros e rupturas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3840480" cy="585216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" y="2734056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2615184"/>
            <a:ext cx="3364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Sem fidelizacao digital de clientes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3840480" cy="585216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" y="3410712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3291840"/>
            <a:ext cx="3364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Gestao de campeonatos por caderno e papel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80467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A Solucao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17720" y="1261872"/>
            <a:ext cx="4160520" cy="585216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72584" y="138074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0056" y="1261872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Autoatendimento QR Code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 — Cliente faz pedido pela mesa via PWA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938528"/>
            <a:ext cx="4160520" cy="585216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205740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0056" y="1938528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Dashboard em Tempo Real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 — SignalR / WebSocket para o balcao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2615184"/>
            <a:ext cx="4160520" cy="585216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72584" y="273405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0056" y="2615184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Gamificacao &amp; Fidelidade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 — Pontos, descontos e crediario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291840"/>
            <a:ext cx="4160520" cy="585216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72584" y="3410712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020056" y="3291840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Gestao de Campeonatos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 — Inscricoes online + controle de chaves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544568"/>
            <a:ext cx="9144000" cy="598932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4663440"/>
            <a:ext cx="133502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6634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ASP.NET Core 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737360" y="4663440"/>
            <a:ext cx="133502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1737360" y="46634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Next.js 14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0" y="4663440"/>
            <a:ext cx="133502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0" y="46634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 16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4663440"/>
            <a:ext cx="133502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46634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MongoDB 7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4663440"/>
            <a:ext cx="133502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46634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Docker + Nginx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89520" y="4663440"/>
            <a:ext cx="133502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7589520" y="46634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JWT + LGPD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BANCO DE DADOS  -  PERSISTENCIA POLIGLOTA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91440"/>
            <a:ext cx="2011680" cy="438912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91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Rickson Ferreira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3931920" cy="413308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3931920" cy="438912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PostgreSQL 16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216152"/>
            <a:ext cx="3931920" cy="274320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16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SQL Relacional  -  Operacao Financeira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- Comanda (ID_User, ID_Mesa, Status)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8653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- Itens_Comanda  ·  pivot M:N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- Estoque (Nome, Preco, Qtd)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487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- users / refresh_tokens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7980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- audit_logs / lgpd_requests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ok ACID garantido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4198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ok Integridade referencial (FK)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ok Triggers anti-fraude no caixa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041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ok Migrations via EF Core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777240"/>
            <a:ext cx="548640" cy="41330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Shape 19"/>
          <p:cNvSpPr/>
          <p:nvPr/>
        </p:nvSpPr>
        <p:spPr>
          <a:xfrm>
            <a:off x="4315968" y="960120"/>
            <a:ext cx="512064" cy="5120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315968" y="960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vs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1554480"/>
            <a:ext cx="0" cy="256032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937760" y="777240"/>
            <a:ext cx="3931920" cy="413308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777240"/>
            <a:ext cx="3931920" cy="438912"/>
          </a:xfrm>
          <a:prstGeom prst="rect">
            <a:avLst/>
          </a:prstGeom>
          <a:solidFill>
            <a:srgbClr val="13AA5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777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MongoDB 7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937760" y="1216152"/>
            <a:ext cx="3931920" cy="2743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216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</a:rPr>
              <a:t>NoSQL  -  Perfil Dinamico &amp; Gamificacao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- Usuario (perfil, contato, data)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20640" y="18653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- Gameficador (pontos, conquistas)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2064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- Ingresso_Camp (torneio)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20640" y="2487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- Cache APIs TCG (Pokemon, Magic)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2064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ok Schema-less: zero ALTER TABLE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20640" y="34198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ok Novas regras = zero downtime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0640" y="3730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ok Evolucao rapida de atributos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20640" y="4041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ok Alta performance em leituras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20640" y="43525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ok Desacoplado do nucleo financeiro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INFRAESTRUTURA &amp; CONFORMIDADE LGPD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91440"/>
            <a:ext cx="201168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91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</a:rPr>
              <a:t>Hugo Matos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68096"/>
            <a:ext cx="3840480" cy="36576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68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DevOps / Infraestrutura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840480" cy="768096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31673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1188720"/>
            <a:ext cx="318211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Docker Compose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Containers isolados para API, FE, DBs e Nginx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3840480" cy="768096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176272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2048256"/>
            <a:ext cx="318211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Nginx Reverse Proxy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Terminacao SSL e rate limiting (200 req/min)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3840480" cy="768096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03580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2907792"/>
            <a:ext cx="318211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VPS Ubuntu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Deploy continuo, restart automatico - uptime 99%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3840480" cy="768096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89534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" y="3767328"/>
            <a:ext cx="318211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TDD · xUnit + Moq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9/9 testes PASS · cobertura &gt;= 80% modulos criticos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768096"/>
            <a:ext cx="4206240" cy="36576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768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Conformidade LGPD (Lei 13.709/2018)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0" y="1188720"/>
            <a:ext cx="4206240" cy="603504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188720"/>
            <a:ext cx="658368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1188720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Art.46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21808" y="1188720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audit_logs: hash IP + usuario + acao + timestamp em toda operacao com dados pessoais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1883664"/>
            <a:ext cx="4206240" cy="603504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1883664"/>
            <a:ext cx="658368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188366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Art.18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21808" y="1883664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Endpoint admin /lgpd: exportar ou deletar dados do titular sob demanda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578608"/>
            <a:ext cx="4206240" cy="603504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2578608"/>
            <a:ext cx="658368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257860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RNF02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21808" y="2578608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JWT em cookies HttpOnly - bloqueado contra XSS, nunca em localStorage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3273552"/>
            <a:ext cx="4206240" cy="603504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0" y="3273552"/>
            <a:ext cx="658368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3273552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RNF03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21808" y="3273552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BCrypt custo 12 para senhas - resistente a ataques de forca bruta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3968496"/>
            <a:ext cx="4206240" cy="603504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3968496"/>
            <a:ext cx="658368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3968496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UX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21808" y="3968496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CookieBanner.tsx bloqueia rastreamento ate consentimento explicito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BACK-END  -  ASP.NET CORE 8 (C#)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91440"/>
            <a:ext cx="2011680" cy="438912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91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Eduardo Taino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</a:rPr>
              <a:t>Arquitetura em Camadas: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1965960" cy="475488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155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</a:rPr>
              <a:t>Controllers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18872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50592" y="1115568"/>
            <a:ext cx="1965960" cy="475488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1155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</a:rPr>
              <a:t>Services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16552" y="118872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26864" y="1115568"/>
            <a:ext cx="1965960" cy="475488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1155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</a:rPr>
              <a:t>Repositories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</a:rPr>
              <a:t>(EF Core)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92824" y="118872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03136" y="1115568"/>
            <a:ext cx="1965960" cy="475488"/>
          </a:xfrm>
          <a:prstGeom prst="rect">
            <a:avLst/>
          </a:prstGeom>
          <a:solidFill>
            <a:srgbClr val="336791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1155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</a:rPr>
              <a:t>Database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719072"/>
            <a:ext cx="2834640" cy="306324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719072"/>
            <a:ext cx="283464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719072"/>
            <a:ext cx="28346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</a:rPr>
              <a:t>Autenticacao &amp; Seguranca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19456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JWT Access (60min) + Refresh (30d)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2724912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Cookies HttpOnly - sem localStorage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255264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BCrypt custo 12 para senhas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785616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Rate limit: 5 logins/min por IP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315968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Quick-Login via QR Code (CPF + WhatsApp)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1719072"/>
            <a:ext cx="2834640" cy="306324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1719072"/>
            <a:ext cx="2834640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1719072"/>
            <a:ext cx="28346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</a:rPr>
              <a:t>Modulo de Comandas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5848" y="219456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Ciclo: abertura - itens - fechamento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55848" y="2724912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SignalR notifica balcao em &lt;50 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55848" y="3255264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Preco lido no servidor (anti-fraude)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5848" y="3785616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Pontos de fidelidade aplicaveis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55848" y="4315968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GET /comanda/dashboard em tempo real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1719072"/>
            <a:ext cx="2834640" cy="306324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719072"/>
            <a:ext cx="2834640" cy="40233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1719072"/>
            <a:ext cx="28346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</a:rPr>
              <a:t>Campeonatos &amp; Extras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27648" y="219456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CRUD de torneios TCG (Pokemon, Magic)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27648" y="2724912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Inscricao online por cliente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27648" y="3255264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Status: Planejado a Finalizado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27648" y="3785616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Crediario (fiado) por cliente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27648" y="4315968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IA Gemini 2.0 Flash (RF12)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FRONT-END  -  NEXT.JS 14 + TYPESCRIPT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91440"/>
            <a:ext cx="201168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91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Aldenor Lopes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627632" cy="640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74980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Next.js 14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Router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749808"/>
            <a:ext cx="1627632" cy="640080"/>
          </a:xfrm>
          <a:prstGeom prst="rect">
            <a:avLst/>
          </a:prstGeom>
          <a:solidFill>
            <a:srgbClr val="3178C6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74980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Tipagem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749808"/>
            <a:ext cx="1627632" cy="6400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74980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Tailwind CSS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Mobile-First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749808"/>
            <a:ext cx="1627632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74980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</a:rPr>
              <a:t>SignalR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</a:rPr>
              <a:t>WebSocket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749808"/>
            <a:ext cx="1627632" cy="6400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74980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PWA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Instalar como 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499616"/>
            <a:ext cx="8595360" cy="329184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49961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Fluxo de Autoatendimento via QR Code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1883664"/>
            <a:ext cx="1572768" cy="969264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883664"/>
            <a:ext cx="157276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190195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[1]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escaneia QR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47088" y="2157984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93392" y="1883664"/>
            <a:ext cx="1572768" cy="969264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993392" y="1883664"/>
            <a:ext cx="157276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1993392" y="190195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[2]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Quick-Login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CPF + WhatsApp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2157984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12464" y="1883664"/>
            <a:ext cx="1572768" cy="969264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12464" y="1883664"/>
            <a:ext cx="157276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3712464" y="190195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[3]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Comanda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abre auto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85232" y="2157984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&gt;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31536" y="1883664"/>
            <a:ext cx="1572768" cy="969264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1536" y="1883664"/>
            <a:ext cx="157276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431536" y="190195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[4]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Escolhe itens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 cardapio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04304" y="2157984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&gt;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150608" y="1883664"/>
            <a:ext cx="1572768" cy="969264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0608" y="1883664"/>
            <a:ext cx="157276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7150608" y="190195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[5]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SignalR envia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ao balcao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299923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Modulos da Aplicacao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3383280"/>
            <a:ext cx="4114800" cy="5669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383280"/>
            <a:ext cx="6400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383280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/admin/*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&gt; Painel Admin: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Dashboard, PDV, Estoque, Campeonatos, QR Codes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383280"/>
            <a:ext cx="4114800" cy="5669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383280"/>
            <a:ext cx="64008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383280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/mesa/[mesa]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&gt; Autoatendimento: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Rota dinamica por mesa, pedidos em tempo real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041648"/>
            <a:ext cx="4114800" cy="5669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4041648"/>
            <a:ext cx="64008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04164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/cliente </a:t>
            </a:r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&gt; Area do Cliente: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Perfil, pontos, historico, crediario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4041648"/>
            <a:ext cx="4114800" cy="5669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4041648"/>
            <a:ext cx="64008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4892040" y="404164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/lgpd + /termos </a:t>
            </a:r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&gt; Compliance LGPD: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Transparencia, termos e politica de privacidade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UX/UI  ·  INTELIGENCIA ARTIFICIAL  ·  CONCLUSAO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91440"/>
            <a:ext cx="2011680" cy="438912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91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Reinaldo Barros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2743200" cy="118872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86384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Dashboard Tempo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52144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SignalR &lt; 50ms. Hierarquia visual - comandas criticas em destaque por cor de status.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749808"/>
            <a:ext cx="2743200" cy="118872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49808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786384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Quick-Login UX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152144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Apenas CPF + WhatsApp. Sessao em cookie seguro. Zero friccao para o cliente na mesa.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749808"/>
            <a:ext cx="2743200" cy="118872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749808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786384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Cardapio Digital TCG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1152144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Metadados ricos de cartas via API. VLibras integrado. Layout Mobile-First.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057400"/>
            <a:ext cx="4114800" cy="1316736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057400"/>
            <a:ext cx="4114800" cy="3657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</a:rPr>
              <a:t>IA Conversacional - Google Gemini 2.0 Flash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4688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AiChatWidget.tsx responde perguntas sobre cardapio, regras de TCG (Pokemon, Magic, YGO) e programa de fidelidade em linguagem natural, 24/7, sem intervencao humana. RF12 implementado.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4114800" cy="1316736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057400"/>
            <a:ext cx="4114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Acessibilidade - VLibras + UX Writing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4688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9,7 milhoes de brasileiros com deficiencia auditiva acessam cardapio, torneios e regras em LIBRAS via avatar 3D. Mensagens de erro em linguagem humana.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3511296"/>
            <a:ext cx="9144000" cy="1371600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511296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5935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Resultados &amp; Proximos Passos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65760" y="396849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OK  Arquitetura cloud-native completa em producao (VPS + Docker + Nginx)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1879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OK  15 RFs e 12 RNFs implementados  |  9/9 testes passando  |  SOLID + Design Patterns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4074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OK  Conformidade LGPD: auditoria, consentimento e gestao de direitos do titular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462686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&gt;  Proximo: Pagamento PIX/Cartao via Mercado Pago  |  Redesign da landing page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SoftNerd CardGameStore – PIM UNIP 2025</dc:title>
  <dc:subject>PptxGenJS Presentation</dc:subject>
  <dc:creator>PptxGenJS</dc:creator>
  <cp:lastModifiedBy>PptxGenJS</cp:lastModifiedBy>
  <cp:revision>1</cp:revision>
  <dcterms:created xsi:type="dcterms:W3CDTF">2026-06-08T13:04:19Z</dcterms:created>
  <dcterms:modified xsi:type="dcterms:W3CDTF">2026-06-08T13:04:19Z</dcterms:modified>
</cp:coreProperties>
</file>