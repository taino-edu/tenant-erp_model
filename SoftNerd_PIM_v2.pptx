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(40s): Bom dia, banca. Somos o grupo SoftNerd. Vamos apresentar o CardGameStore — sistema de gestão cloud-native para lojas de card games. Seis integrantes em três duplas: back-end, front-end e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(55s): O SoftNerd nasceu de uma dor real. O dono precisa atender o balcão E gerenciar mesas — não tem como. Estoque manual, campeonatos em cadernos, zero fidelização digital. O mercado de card games cresce, mas segue sem solução tecnológica acessível.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(55s): Nossa solução tem três pilares. Autoatendimento via QR Code: o pedido vai do celular do cliente ao balcão em menos de 50ms. Gestão completa do estoque e campeonatos. E fidelização com pontos e assistente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(65s): A decisão mais importante foi a Persistência Poliglota. PostgreSQL para dados financeiros — comandas, estoque, histórico. É o cofre do sistema, rígido por design, com triggers que garantem consistência. MongoDB para dados dinâmicos — perfis, pontuação, campeonatos. Schema-less: adicionamos campos novos sem migration, zero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(65s): O back-end entrega 15 requisitos funcionais. O coração é o SignalR: pedido do celular chega ao balcão em menos de 50ms. Para segurança: JWT em cookies HttpOnly, BCrypt, rate limiting e conformidade LGPD completa. Reinaldo: 9 de 9 testes passando, arquitetura limpa em camadas.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Aldenor (65s): O front é Mobile-First porque o cliente usa o celular na mesa. O fluxo é simples: QR Code, Quick-Login com CPF, cardápio, pedido — em menos de 2 minutos. Rickson: PWA instalável, VLibras para acessibilidade, Gemini para dúvidas de TCG.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(40s): Em resumo: entregamos 15 requisitos funcionais, 12 não-funcionais, 9 de 9 testes passando e conformidade LGPD. O sistema é uma PWA instalável e acessível para todos. Agradecemos a atenção da banca e passamos agora à demonstração ao vivo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11887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PAULISTA – UNIP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0058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SOFTNERD CARDGAMESTORE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para Lojas de Card Games Competitivos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265176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4320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5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Integrado Multidisciplinar – PIM III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54096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Curso: Análise e Desenvolvimento de Sistemas – 3º Semestre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474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7288"/>
                <a:gridCol w="3447288"/>
                <a:gridCol w="343814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BACK-END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FRONT-END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BANCO DE DADOS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Eduardo Taino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R.A.: _________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Aldenor Dantas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R.A.: _________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R.A.: _________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Reinaldo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R.A.: _________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Rickson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R.A.: _________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R.A.: _________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914400" y="5669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Orientador(a): Prof(a). _______________________________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0" y="5669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Paulo,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0" y="0"/>
            <a:ext cx="1645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de card games crescem, mas seguem gerenciadas à mão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141732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600200"/>
            <a:ext cx="3611880" cy="3931920"/>
          </a:xfrm>
          <a:prstGeom prst="rect">
            <a:avLst/>
          </a:prstGeom>
          <a:solidFill>
            <a:srgbClr val="FDF4F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600200"/>
            <a:ext cx="36118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Sobrecarregado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1031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dono precisa atender no balcão e controlar as mesas simultaneamente — o erro é inevitável e o cliente espera.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1600200"/>
            <a:ext cx="3611880" cy="3931920"/>
          </a:xfrm>
          <a:prstGeom prst="rect">
            <a:avLst/>
          </a:prstGeom>
          <a:solidFill>
            <a:srgbClr val="FDF4F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600200"/>
            <a:ext cx="36118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Manual &amp; Frágil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21031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434840" y="278892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 em planilhas ou cadernos. Campeonatos organizados no papel. Nenhuma rastreabilidade de vendas.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1600200"/>
            <a:ext cx="3611880" cy="3931920"/>
          </a:xfrm>
          <a:prstGeom prst="rect">
            <a:avLst/>
          </a:prstGeom>
          <a:solidFill>
            <a:srgbClr val="FDF4F4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600200"/>
            <a:ext cx="3611880" cy="457200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Fidelização Digital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21031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💔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229600" y="278892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plataforma para acumular pontos, rastrear histórico ou engajar o cliente além do balcão físico.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989320"/>
            <a:ext cx="12198096" cy="868680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989320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Contexto: Mais de 8.000 lojas especializadas no Brasil — mercado em crescimento, sem solução tecnológica acessível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SOLUÇÃO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0" y="0"/>
            <a:ext cx="1645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cloud-native que integra autoatendimento, gestão e fidelização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141732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600200"/>
            <a:ext cx="3611880" cy="434340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600200"/>
            <a:ext cx="3611880" cy="47548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6002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AUTOATENDIMENTO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1214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único por mesa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faz pedido no próprio celular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Aparece instantaneamente no painel do balcão (&lt; 50ms)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 fila, sem erro de digitação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600200"/>
            <a:ext cx="3611880" cy="4343400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600200"/>
            <a:ext cx="3611880" cy="47548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6002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COMPLETA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21214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434840" y="278892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Estoque atualizado automaticamente a cada pedido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Campeonatos com inscrição online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completo de vendas e comandas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administrativo em tempo real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92440" y="1600200"/>
            <a:ext cx="3611880" cy="4343400"/>
          </a:xfrm>
          <a:prstGeom prst="rect">
            <a:avLst/>
          </a:prstGeom>
          <a:solidFill>
            <a:srgbClr val="EEF4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600200"/>
            <a:ext cx="3611880" cy="47548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60020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FIDELIZAÇÃO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212140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229600" y="278892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Acúmulo de pontos por compra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Perfil digital do cliente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Inscrição em campeonatos de TCG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Assistente de IA para dúvidas sobre produtos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– PERSISTÊNCIA POLIGLOTA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0" y="0"/>
            <a:ext cx="25603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 •  Hugo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bancos, propósitos opostos — separados pelo ciclo de vida do dado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3716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08760"/>
            <a:ext cx="5029200" cy="4572000"/>
          </a:xfrm>
          <a:prstGeom prst="rect">
            <a:avLst/>
          </a:prstGeom>
          <a:solidFill>
            <a:srgbClr val="EEF4FF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508760"/>
            <a:ext cx="5029200" cy="47548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50876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 PostgreSQL 16  –  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financeiros e operacionais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(rígidos por design — chaves estrangeiras + triggers)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2788920"/>
            <a:ext cx="47548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072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0358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nome, cpf_hash, whatsapp, senha_hash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410712"/>
            <a:ext cx="47548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290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mesa_id (FK), status, total, created_at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4032504"/>
            <a:ext cx="47548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5079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itens_comanda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793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comanda_id (FK), produto_id, qtd, preco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4654296"/>
            <a:ext cx="47548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7258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9011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produto, quantidade, min_alerta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5276088"/>
            <a:ext cx="47548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29437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campeonatos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52297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nome, data, max_inscritos, status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1508760"/>
            <a:ext cx="0" cy="457200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669280" y="3474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69280" y="3474720"/>
            <a:ext cx="82296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474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858000" y="1508760"/>
            <a:ext cx="502920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1508760"/>
            <a:ext cx="502920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150876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  MongoDB 7  –  NoSQL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9516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dinâmicos e de comportamento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(schema-less — zero downtime em evoluções)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95160" y="2788920"/>
            <a:ext cx="47548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28072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30358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usuario_id, apelido, avatar, preferencias{}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95160" y="3410712"/>
            <a:ext cx="47548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4290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pontuacao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40880" y="3657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usuario_id, pontos, nivel, historico[]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95160" y="4032504"/>
            <a:ext cx="47548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405079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inscricoes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42793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usuario_id, campeonato_id, deck_list[]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95160" y="4654296"/>
            <a:ext cx="47548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467258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conquistas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040880" y="49011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usuario_id, tipo, data_desbloqueio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95160" y="5276088"/>
            <a:ext cx="475488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529437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chat_sessions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040880" y="552297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_id, usuario_id, mensagens[], created_at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&amp; SEGURANÇA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0" y="0"/>
            <a:ext cx="3474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 •  Reinaldo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RESTful em ASP.NET Core 8 — 15 Requisitos Funcionais implementados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3716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08760"/>
            <a:ext cx="5349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508760"/>
            <a:ext cx="5349240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Tempo 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011680"/>
            <a:ext cx="50749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SignalR WebSocket &lt; 50ms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Pedido do celular → balcão instantâneo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atualiza sem refresh de página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Notificação de mesas prontas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5349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508760"/>
            <a:ext cx="5349240" cy="438912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Segurança LGPD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011680"/>
            <a:ext cx="50749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em cookies HttpOnly (sem localStorage)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custo 12 para senhas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limiting: 5 logins/min por IP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audit_logs com hash de IP (Art. 46 LGPD)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LGPD para titular requisitar dados (Art. 18)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5349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5349240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776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 Funcionalidades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480560"/>
            <a:ext cx="50749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Comandas por mesa com QR Code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Gestão de estoque com alertas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Campeonatos TCG online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Assistente IA: Google Gemini 2.0 Flash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3977640"/>
            <a:ext cx="5349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977640"/>
            <a:ext cx="5349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9776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Qualidade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480560"/>
            <a:ext cx="50749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TDD desde o início: xUnit + Moq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/ 9 testes passando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80% de cobertura nos módulos críticos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Arquitetura em camadas (Controller → Service → Repository)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&amp; UX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0" y="0"/>
            <a:ext cx="3474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Dantas  •  Rickson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TypeScript — Mobile-First, porque o cliente usa o celular na mesa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3716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08760"/>
            <a:ext cx="5486400" cy="457200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508760"/>
            <a:ext cx="5486400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50876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Jornada do Cliente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057400"/>
            <a:ext cx="402336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05740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Escanear QR 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25856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→ URL única no celular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" y="2459736"/>
            <a:ext cx="0" cy="256032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2715768"/>
            <a:ext cx="402336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71576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Quick-Login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2916936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 + WhatsApp — sem senha, sem cadastro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3118104"/>
            <a:ext cx="0" cy="256032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8640" y="3374136"/>
            <a:ext cx="402336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74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374136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Cardápio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3575304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Mobile-First, categorias, busca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9808" y="3776472"/>
            <a:ext cx="0" cy="256032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48640" y="4032504"/>
            <a:ext cx="402336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032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032504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ao Pedido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4233672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Comanda aberta automaticamente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" y="4434840"/>
            <a:ext cx="0" cy="256032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" y="4690872"/>
            <a:ext cx="402336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90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4690872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Balcão recebe em &lt; 50ms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1560" y="489204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funcionário atualiza via SignalR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" y="5093208"/>
            <a:ext cx="0" cy="256032"/>
          </a:xfrm>
          <a:prstGeom prst="line">
            <a:avLst/>
          </a:prstGeom>
          <a:noFill/>
          <a:ln w="12700">
            <a:solidFill>
              <a:srgbClr val="15608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48640" y="5349240"/>
            <a:ext cx="402336" cy="40233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349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1560" y="5349240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&amp; Fechamento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1560" y="5550408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salvo, pontos creditados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1508760"/>
            <a:ext cx="5349240" cy="4572000"/>
          </a:xfrm>
          <a:prstGeom prst="rect">
            <a:avLst/>
          </a:prstGeom>
          <a:solidFill>
            <a:srgbClr val="FFF7ED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1508760"/>
            <a:ext cx="5349240" cy="43891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Destaques Técnicos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92240" y="20574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86600" y="2057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Instalável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86600" y="2331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como app nativo no Android/iOS — sem passar pela App Store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92240" y="3044952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♿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086600" y="3044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VLibras — Acessibilidade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86600" y="33192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Libras em toda a interface. 9,7 milhões de surdos brasileiros incluídos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92240" y="4032504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086600" y="40325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 (IA)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086600" y="43068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para dúvidas sobre produtos TCG e regras de campeonato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92240" y="5020056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086600" y="50200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Escopos de Acesso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86600" y="52943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 (gestor), /mesa (autoatendimento), /cliente (perfil)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658368"/>
            <a:ext cx="685800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0"/>
            <a:ext cx="9144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&amp; DEMONSTRAÇÃO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0"/>
            <a:ext cx="3931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 •  Equipe SoftNerd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960120"/>
            <a:ext cx="2057400" cy="1417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058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17556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960120"/>
            <a:ext cx="2057400" cy="1417320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0058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88920" y="17556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Não-Funcionais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960120"/>
            <a:ext cx="2057400" cy="1417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0058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120640" y="17556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Passando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960120"/>
            <a:ext cx="20574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0058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452360" y="17556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84080" y="960120"/>
            <a:ext cx="205740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10058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784080" y="17556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Instalável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Celular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25146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6517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"Entregamos um sistema cloud-native real — código em produção, testes passando, conformidade LGPD e acessível para todos."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371600" y="3657600"/>
            <a:ext cx="9418320" cy="14630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 Passemos à demonstração ao vivo do sistema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43434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 ·  Front-end  ·  Banco de Dados  ·  Funcionalidades em produção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&amp; Reinaldo   |   Aldenor Dantas &amp; Rickson   |   Rafael &amp; Hugo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 · Análise e Desenvolvimento de Sistemas · 3º Semestre · PIM III ·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2026-06-08T14:02:49Z</dcterms:created>
  <dcterms:modified xsi:type="dcterms:W3CDTF">2026-06-08T14:02:49Z</dcterms:modified>
</cp:coreProperties>
</file>